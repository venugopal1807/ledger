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Ledger is an embedded key/value state store for local-first applications. One file, standard library only, and the whole design exists to answer one question: what is still trustworthy after the process died mid-write. Every number on this deck comes from running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everyone has hit: a truncating rewrite interrupted halfway. The file is not corrupt in an exotic way - it is simply empty or half-written, and the application restarts with nothing. The question that matters after a crash is not 'is the file intact' but 'which part of it can I prove is intact'.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checksums per record, not one. The header CRC is verified before any length field is read, so a corrupted length can never size an allocation. The index is derived state - it holds serialized value bytes, never decoded objects, so a caller mutating a returned value cannot reach into the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project. The kill is real - a child process SIGKILLs itself mid-record, no sleeps and no timing races. inspect is strictly read-only: no lock, no truncation, so it is safe on a damaged file. Recovery is not an optional maintenance step and there is deliberately no 'ledger recover' command - a write-mode open repairs the tail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Compaction is the riskiest moment in the design, because for a window there are two logs on disk. The ordering is what makes it safe: validate by replaying the replacement before anything is swapped, fsync it, then a single os.replace, then fsync the parent directory because a rename is a directory operation. Note the claim is scoped to the interruption points actually tested - it is not a proof of universal atomicity.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dependencies here is a checked property, not a claim in a README. The AST audit classifies every import four ways - standard library, project-local, third-party, unresolved - and exits non-zero on a violation. The substitution log is honest about cost: each entry says what could have been used instead and what the choice gave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oracle independence is the part worth defending. For single-bit flips the outcome is exactly determined - CRC-32 catches every single-bit error - so the expected result is computed from the spec arithmetically, not by running the reader and recording what it did. A test that calls the code under test to build its own expectations proves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artifact is built from pinned member order, timestamps, permissions, create_system and compression level, and honours SOURCE_DATE_EPOCH - which is why two builds produce identical bytes. Closing point: the honesty about scope is part of the engineering. A storage project that overclaims is not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32688" cy="310896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4" y="1371600"/>
            <a:ext cx="932688" cy="310896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70048" y="1371600"/>
            <a:ext cx="932688" cy="310896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30752" y="1371600"/>
            <a:ext cx="932688" cy="310896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91456" y="1371600"/>
            <a:ext cx="391729" cy="310896"/>
          </a:xfrm>
          <a:prstGeom prst="rect">
            <a:avLst/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46704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embedded state storage without third-party runtime dependencies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462272"/>
            <a:ext cx="2834640" cy="0"/>
          </a:xfrm>
          <a:prstGeom prst="line">
            <a:avLst/>
          </a:prstGeom>
          <a:noFill/>
          <a:ln w="19050">
            <a:solidFill>
              <a:srgbClr val="343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68172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Dependency Hackathon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— Data &amp; Storage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Venugopal1807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50292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imports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0292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12,734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50292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recovery cases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0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15,453 B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502920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artifact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interruption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applications persist state with whatever is closest to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local state is usually stored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22576"/>
            <a:ext cx="91440" cy="9144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91440" cy="9144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694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980944"/>
            <a:ext cx="91440" cy="9144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898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diskcache-style persistence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310128"/>
            <a:ext cx="91440" cy="9144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227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file-based state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30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happy path is easy: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059936"/>
            <a:ext cx="4709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1605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json.dump(state, open("state.json", "w"))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open(..., "w") truncates the file first, then rewrites it. Between those two moments the old state is already gone and the new state is not there yet.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1664208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66420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46820" y="22494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542032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254203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46820" y="3127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3419856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41985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dies during write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846820" y="40050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4297680"/>
            <a:ext cx="5166360" cy="566928"/>
          </a:xfrm>
          <a:prstGeom prst="roundRect">
            <a:avLst>
              <a:gd name="adj" fmla="val 9677"/>
            </a:avLst>
          </a:prstGeom>
          <a:solidFill>
            <a:srgbClr val="FAEDDD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29768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 on disk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5248656"/>
            <a:ext cx="5166360" cy="777240"/>
          </a:xfrm>
          <a:prstGeom prst="roundRect">
            <a:avLst>
              <a:gd name="adj" fmla="val 7059"/>
            </a:avLst>
          </a:prstGeom>
          <a:solidFill>
            <a:srgbClr val="191C21"/>
          </a:solidFill>
          <a:ln w="12700">
            <a:solidFill>
              <a:srgbClr val="191C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524865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we still trust?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616305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stores answer this by accident. Ledger answers it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Append, checksum, never rewrite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mechanisms, each protecting one property.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581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WAL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5819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committed byte is ever rewritten, so a crash can only damage the tail.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binary record framing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1488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32-byte header, length-prefixed key and value.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715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CRC-32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157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 any length field is trusted.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2826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CRC-32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28269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key and value bytes independently.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849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continuity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496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+1 per record; gaps and regressions are detected.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4165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recovery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441655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first invalid record and never scans forward.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56632"/>
            <a:ext cx="182880" cy="182880"/>
          </a:xfrm>
          <a:prstGeom prst="ellipse">
            <a:avLst/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" y="4983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index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4983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state, rebuilt from the valid WAL history on open.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1481328"/>
            <a:ext cx="4800600" cy="3977640"/>
          </a:xfrm>
          <a:prstGeom prst="roundRect">
            <a:avLst>
              <a:gd name="adj" fmla="val 137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1737360"/>
            <a:ext cx="41605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1737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API  /  CLI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49740" y="22860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52360" y="2615184"/>
            <a:ext cx="4160520" cy="502920"/>
          </a:xfrm>
          <a:prstGeom prst="roundRect">
            <a:avLst>
              <a:gd name="adj" fmla="val 12727"/>
            </a:avLst>
          </a:prstGeom>
          <a:solidFill>
            <a:srgbClr val="191C21"/>
          </a:solidFill>
          <a:ln w="15875">
            <a:solidFill>
              <a:srgbClr val="191C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26151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engine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3163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469880" y="3163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52360" y="3493008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5236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92640" y="3493008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2640" y="3493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0416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469880" y="40416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452360" y="4370832"/>
            <a:ext cx="4160520" cy="502920"/>
          </a:xfrm>
          <a:prstGeom prst="roundRect">
            <a:avLst>
              <a:gd name="adj" fmla="val 12727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52360" y="4370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32320" y="5650992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4F2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69480" y="565099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 is the durable source of truth. The index is reconstructed from the valid WAL history.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recovery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writer committed four records, wrote 20 bytes of a fifth, and killed itself.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70432" cy="4572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65376" y="1572768"/>
            <a:ext cx="1170432" cy="4572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157276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1572768"/>
            <a:ext cx="1170432" cy="4572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82112" y="157276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8848" y="1572768"/>
            <a:ext cx="1170432" cy="45720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57276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15584" y="1572768"/>
            <a:ext cx="491581" cy="457200"/>
          </a:xfrm>
          <a:prstGeom prst="rect">
            <a:avLst/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7165" y="1572768"/>
            <a:ext cx="678851" cy="457200"/>
          </a:xfrm>
          <a:prstGeom prst="rect">
            <a:avLst/>
          </a:prstGeom>
          <a:solidFill>
            <a:srgbClr val="191C21"/>
          </a:solidFill>
          <a:ln w="12700">
            <a:solidFill>
              <a:srgbClr val="343B45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48640" y="2084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committed records  —  provably valid prefix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15584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5th  —  20 of 49 bytes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146304" cy="146304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26151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valid records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127248"/>
            <a:ext cx="146304" cy="146304"/>
          </a:xfrm>
          <a:prstGeom prst="rect">
            <a:avLst/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0266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5th record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146304" cy="146304"/>
          </a:xfrm>
          <a:prstGeom prst="rect">
            <a:avLst/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34381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146304" cy="146304"/>
          </a:xfrm>
          <a:prstGeom prst="rect">
            <a:avLst/>
          </a:prstGeom>
          <a:solidFill>
            <a:srgbClr val="9AA4B2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3849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361688"/>
            <a:ext cx="146304" cy="146304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2611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prefix preserved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73168"/>
            <a:ext cx="146304" cy="146304"/>
          </a:xfrm>
          <a:prstGeom prst="rect">
            <a:avLst/>
          </a:prstGeom>
          <a:solidFill>
            <a:srgbClr val="C2721A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46725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 tail rejected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146304" cy="146304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9536" y="50840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repair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70585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never guesses what an incomplete record meant. It keeps the valid prefix and rejects the untrusted tail.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760720" y="2395728"/>
            <a:ext cx="5852160" cy="3163824"/>
          </a:xfrm>
          <a:prstGeom prst="roundRect">
            <a:avLst>
              <a:gd name="adj" fmla="val 1734"/>
            </a:avLst>
          </a:prstGeom>
          <a:solidFill>
            <a:srgbClr val="232830"/>
          </a:solidFill>
          <a:ln w="12700">
            <a:solidFill>
              <a:srgbClr val="343B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16752" y="2560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DEMO EVIDENCE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16752" y="2788920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demo/crash_recovery.py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16752" y="3054096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before the kill : 4 records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016752" y="3241548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record written    : 20 of 49 bytes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016752" y="3429000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exit status         : -9 (SIGKILL)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016752" y="3616452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016752" y="3803904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ledger inspect crash.ledger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016752" y="3991356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size:        380 B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016752" y="4178808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 records:    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16752" y="4366260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live keys:        4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016752" y="4553712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 end offset: 360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016752" y="4741164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7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tail state:       TORN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016752" y="4928616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27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tail reason:      short_header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016752" y="5116068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27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discarded bytes:  20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16752" y="5303520"/>
            <a:ext cx="534009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27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repair required:  yes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760720" y="5705856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191C21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16752" y="5705856"/>
            <a:ext cx="5340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a write-mode open:  5 records · 409 B · tail CLEAN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that cannot lose the log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WAL is never rewritten in place and never truncated.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WAL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68500" y="18470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44191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44191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WAL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64051" y="18470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9742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9742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59602" y="18470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5294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5294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fsync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55153" y="18470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0845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191C21"/>
          </a:solidFill>
          <a:ln w="15875">
            <a:solidFill>
              <a:srgbClr val="191C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0845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os.replace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50704" y="18470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26396" y="1627632"/>
            <a:ext cx="1636776" cy="713232"/>
          </a:xfrm>
          <a:prstGeom prst="roundRect">
            <a:avLst>
              <a:gd name="adj" fmla="val 8974"/>
            </a:avLst>
          </a:prstGeom>
          <a:solidFill>
            <a:srgbClr val="F1F3F5"/>
          </a:solidFill>
          <a:ln w="15875">
            <a:solidFill>
              <a:srgbClr val="DCE0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26396" y="1627632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 fsync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0845" y="2377440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within one filesystem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907792"/>
            <a:ext cx="5349240" cy="2395728"/>
          </a:xfrm>
          <a:prstGeom prst="roundRect">
            <a:avLst>
              <a:gd name="adj" fmla="val 2290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demo store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34381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bytes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3803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1778  (84.1%)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(0.0%)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240280" y="4169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KiB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1696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368 B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4535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keys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240280" y="4535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84048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160520" y="45354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882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keys unchanged: state is preserved, only obsolete versions are dropped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2907792"/>
            <a:ext cx="5166360" cy="2395728"/>
          </a:xfrm>
          <a:prstGeom prst="roundRect">
            <a:avLst>
              <a:gd name="adj" fmla="val 2290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39128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mid-compaction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39128" y="3438144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76288" y="35112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replace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66760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WAL survives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76288" y="37764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valid records · 4 live keys · CLEAN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39128" y="4151376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76288" y="42245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replace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36676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compacted WAL survives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876288" y="4489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valid records · 4 live keys · CLEAN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739128" y="4882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named interruption points around the compaction state machine.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91C21"/>
          </a:solidFill>
          <a:ln w="12700">
            <a:solidFill>
              <a:srgbClr val="191C2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14400" y="546811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tested interruption points, reopening produced either the original valid WAL or the fully replaced compacted WAL. No mixed authoritative WAL was observed.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dependencies, mechanically enforced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reads source, not the environment: pip freeze describes a machine.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46120" cy="1481328"/>
          </a:xfrm>
          <a:prstGeom prst="roundRect">
            <a:avLst>
              <a:gd name="adj" fmla="val 4321"/>
            </a:avLst>
          </a:prstGeom>
          <a:solidFill>
            <a:srgbClr val="E4F2EA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imports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imports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2128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6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tools/depcheck.py → exit 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ledger.py imports ten standard-library modules and nothing else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__future__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27632" y="365760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27632" y="36576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argparse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06624" y="365760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06624" y="36576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dataclasses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85616" y="365760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85616" y="36576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fcntl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64608" y="365760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36576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5993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599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27632" y="405993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27632" y="40599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pathlib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06624" y="405993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06624" y="40599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85616" y="405993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85616" y="40599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64608" y="405993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40599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zlib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6451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is implemented twice, independently, and a test compares the two verdicts — a tool agreeing with itself is not evidence.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1627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replaced what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record framing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3545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zlib.crc32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686800" y="23545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integrity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2697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fcntl.flock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68680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single-writer locking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30403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os.replace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30403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replacement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68680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encoding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37261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argparse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686800" y="37261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44119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 + signal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686800" y="44119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crash testing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754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68680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auditing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50977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zipfile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686800" y="50977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build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46520" y="5541264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F1F3F5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29400" y="55412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STDLIB.md documents 12 genuine standard-library substitutions.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actually tested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is not the point — the hostility of the inputs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191C21"/>
          </a:solidFill>
          <a:ln w="12700">
            <a:solidFill>
              <a:srgbClr val="191C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 every supported version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191C21"/>
          </a:solidFill>
          <a:ln w="12700">
            <a:solidFill>
              <a:srgbClr val="191C2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12,734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hostile recovery cases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truncation, bit flips, seeded damage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191C21"/>
          </a:solidFill>
          <a:ln w="12700">
            <a:solidFill>
              <a:srgbClr val="191C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12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defects caught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AEDDD"/>
          </a:solidFill>
          <a:ln w="12700">
            <a:solidFill>
              <a:srgbClr val="C272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1272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4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Precisely: during development, 12 injected recovery defects were caught by the test suite. The mutants were scratch edits — no mutation-testing harness ships in the repository.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50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94106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offset of five fixtures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98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98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corruption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48970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single-bit flip, expectations from an independent oracle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47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047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corruption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503834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multi-bit, byte substitution, range damage, truncation + corruption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96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96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recovery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55869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subprocesses, real SIGKILL, pipe handshake — no sleeps, no timing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9502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crashes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394106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named interruption points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498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498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Cross-version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448970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3.10, 3.11, 3.12, 3.13, plus -O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5047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5047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interpreter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503834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under -E -s -S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596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5596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artifact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55869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with the repository absent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236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matrices compute their expected results arithmetically from the format specification, never by calling the reader — so the tests cannot pass by agreeing with the code they test.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C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file. Same bytes, every time.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20840" cy="2286000"/>
          </a:xfrm>
          <a:prstGeom prst="roundRect">
            <a:avLst>
              <a:gd name="adj" fmla="val 2800"/>
            </a:avLst>
          </a:prstGeom>
          <a:solidFill>
            <a:srgbClr val="232830"/>
          </a:solidFill>
          <a:ln w="12700">
            <a:solidFill>
              <a:srgbClr val="343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572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tools/build.py --verify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75104"/>
            <a:ext cx="6126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1: c8ae823b...  (15453 bytes)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99132"/>
            <a:ext cx="6126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2: c8ae823b...  (15453 bytes)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6126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reproducible: identical bytes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743200"/>
            <a:ext cx="6126480" cy="0"/>
          </a:xfrm>
          <a:prstGeom prst="line">
            <a:avLst/>
          </a:prstGeom>
          <a:noFill/>
          <a:ln w="12700">
            <a:solidFill>
              <a:srgbClr val="343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8529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dist/ledger.pyz  ·  15,453 bytes  ·  SHA-256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127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c8ae823ba7acfe2813d9ff59f8fc0d54db0f63378e0d4332eec401e4a2cf96d7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03904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small standalone artifact containing the runtime entry point and Ledger itself.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1371600"/>
            <a:ext cx="4069080" cy="2980944"/>
          </a:xfrm>
          <a:prstGeom prst="roundRect">
            <a:avLst>
              <a:gd name="adj" fmla="val 2147"/>
            </a:avLst>
          </a:prstGeom>
          <a:solidFill>
            <a:srgbClr val="232830"/>
          </a:solidFill>
          <a:ln w="12700">
            <a:solidFill>
              <a:srgbClr val="343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1572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scope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197510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975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SQLite replacement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32257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3225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distributed database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6700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sync engine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0175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relational store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18120" y="3493008"/>
            <a:ext cx="3520440" cy="0"/>
          </a:xfrm>
          <a:prstGeom prst="line">
            <a:avLst/>
          </a:prstGeom>
          <a:noFill/>
          <a:ln w="12700">
            <a:solidFill>
              <a:srgbClr val="343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18120" y="36210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the fragile JSON-file, shelve and diskcache-style pattern — nothing wider.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4590288"/>
            <a:ext cx="102961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is intentionally not a replacement for SQLite, Redis, or PostgreSQL. It addresses a narrower problem: reliable local state persistence when you want crash recovery without a third-party runtime dependency.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89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 — Data &amp; Storage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5989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Venugopal1807  ·  Zero Dependency Hackathon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- Crash-safe embedded state storage</dc:title>
  <dc:subject>PptxGenJS Presentation</dc:subject>
  <dc:creator>Venugopal1807</dc:creator>
  <cp:lastModifiedBy>Venugopal1807</cp:lastModifiedBy>
  <cp:revision>1</cp:revision>
  <dcterms:created xsi:type="dcterms:W3CDTF">2026-08-31T17:52:07Z</dcterms:created>
  <dcterms:modified xsi:type="dcterms:W3CDTF">2026-08-31T17:52:07Z</dcterms:modified>
</cp:coreProperties>
</file>